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296" r:id="rId20"/>
    <p:sldId id="299"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9313"/>
    <p:restoredTop sz="94629"/>
  </p:normalViewPr>
  <p:slideViewPr>
    <p:cSldViewPr snapToGrid="0" snapToObjects="1">
      <p:cViewPr varScale="1">
        <p:scale>
          <a:sx n="103" d="100"/>
          <a:sy n="103" d="100"/>
        </p:scale>
        <p:origin x="1152"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473965"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of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2552</TotalTime>
  <Words>4279</Words>
  <Application>Microsoft Macintosh PowerPoint</Application>
  <PresentationFormat>Widescreen</PresentationFormat>
  <Paragraphs>433</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1642</cp:revision>
  <dcterms:created xsi:type="dcterms:W3CDTF">2013-01-27T09:14:16Z</dcterms:created>
  <dcterms:modified xsi:type="dcterms:W3CDTF">2026-08-19T15:26:15Z</dcterms:modified>
  <cp:category/>
</cp:coreProperties>
</file>